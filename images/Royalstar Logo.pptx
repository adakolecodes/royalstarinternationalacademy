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61" r:id="rId5"/>
    <p:sldId id="257" r:id="rId6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84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75998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36753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47512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392196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329556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337216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11036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19701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987423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357427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2267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D4434-E08C-45D9-A997-FE4C83C80F7D}" type="datetimeFigureOut">
              <a:rPr lang="en-LC" smtClean="0"/>
              <a:t>15/12/2021</a:t>
            </a:fld>
            <a:endParaRPr lang="en-L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9B828-C649-43EB-B931-FBC92818E1B8}" type="slidenum">
              <a:rPr lang="en-LC" smtClean="0"/>
              <a:t>‹#›</a:t>
            </a:fld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133276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1985824-D5DC-4AE8-A46A-24C04B5058B7}"/>
              </a:ext>
            </a:extLst>
          </p:cNvPr>
          <p:cNvSpPr/>
          <p:nvPr/>
        </p:nvSpPr>
        <p:spPr>
          <a:xfrm>
            <a:off x="5394700" y="4038830"/>
            <a:ext cx="7393287" cy="8814358"/>
          </a:xfrm>
          <a:custGeom>
            <a:avLst/>
            <a:gdLst>
              <a:gd name="connsiteX0" fmla="*/ 7016958 w 7393287"/>
              <a:gd name="connsiteY0" fmla="*/ 1615076 h 8814358"/>
              <a:gd name="connsiteX1" fmla="*/ 4005545 w 7393287"/>
              <a:gd name="connsiteY1" fmla="*/ 141473 h 8814358"/>
              <a:gd name="connsiteX2" fmla="*/ 3430120 w 7393287"/>
              <a:gd name="connsiteY2" fmla="*/ 99092 h 8814358"/>
              <a:gd name="connsiteX3" fmla="*/ 3387744 w 7393287"/>
              <a:gd name="connsiteY3" fmla="*/ 141473 h 8814358"/>
              <a:gd name="connsiteX4" fmla="*/ 376330 w 7393287"/>
              <a:gd name="connsiteY4" fmla="*/ 1615076 h 8814358"/>
              <a:gd name="connsiteX5" fmla="*/ 12 w 7393287"/>
              <a:gd name="connsiteY5" fmla="*/ 2031442 h 8814358"/>
              <a:gd name="connsiteX6" fmla="*/ 12 w 7393287"/>
              <a:gd name="connsiteY6" fmla="*/ 3081932 h 8814358"/>
              <a:gd name="connsiteX7" fmla="*/ 3469253 w 7393287"/>
              <a:gd name="connsiteY7" fmla="*/ 8747595 h 8814358"/>
              <a:gd name="connsiteX8" fmla="*/ 3924034 w 7393287"/>
              <a:gd name="connsiteY8" fmla="*/ 8747595 h 8814358"/>
              <a:gd name="connsiteX9" fmla="*/ 7393276 w 7393287"/>
              <a:gd name="connsiteY9" fmla="*/ 3081932 h 8814358"/>
              <a:gd name="connsiteX10" fmla="*/ 7393276 w 7393287"/>
              <a:gd name="connsiteY10" fmla="*/ 2031442 h 8814358"/>
              <a:gd name="connsiteX11" fmla="*/ 7016958 w 7393287"/>
              <a:gd name="connsiteY11" fmla="*/ 1615076 h 8814358"/>
              <a:gd name="connsiteX12" fmla="*/ 6685911 w 7393287"/>
              <a:gd name="connsiteY12" fmla="*/ 3081932 h 8814358"/>
              <a:gd name="connsiteX13" fmla="*/ 3789635 w 7393287"/>
              <a:gd name="connsiteY13" fmla="*/ 7987342 h 8814358"/>
              <a:gd name="connsiteX14" fmla="*/ 3696698 w 7393287"/>
              <a:gd name="connsiteY14" fmla="*/ 8051657 h 8814358"/>
              <a:gd name="connsiteX15" fmla="*/ 3603870 w 7393287"/>
              <a:gd name="connsiteY15" fmla="*/ 7987342 h 8814358"/>
              <a:gd name="connsiteX16" fmla="*/ 707268 w 7393287"/>
              <a:gd name="connsiteY16" fmla="*/ 3081932 h 8814358"/>
              <a:gd name="connsiteX17" fmla="*/ 707268 w 7393287"/>
              <a:gd name="connsiteY17" fmla="*/ 2292840 h 8814358"/>
              <a:gd name="connsiteX18" fmla="*/ 844823 w 7393287"/>
              <a:gd name="connsiteY18" fmla="*/ 2271075 h 8814358"/>
              <a:gd name="connsiteX19" fmla="*/ 3586023 w 7393287"/>
              <a:gd name="connsiteY19" fmla="*/ 943407 h 8814358"/>
              <a:gd name="connsiteX20" fmla="*/ 3696590 w 7393287"/>
              <a:gd name="connsiteY20" fmla="*/ 841546 h 8814358"/>
              <a:gd name="connsiteX21" fmla="*/ 3807265 w 7393287"/>
              <a:gd name="connsiteY21" fmla="*/ 943407 h 8814358"/>
              <a:gd name="connsiteX22" fmla="*/ 6548356 w 7393287"/>
              <a:gd name="connsiteY22" fmla="*/ 2271075 h 8814358"/>
              <a:gd name="connsiteX23" fmla="*/ 6685911 w 7393287"/>
              <a:gd name="connsiteY23" fmla="*/ 2292840 h 881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93287" h="8814358">
                <a:moveTo>
                  <a:pt x="7016958" y="1615076"/>
                </a:moveTo>
                <a:cubicBezTo>
                  <a:pt x="5862713" y="1523130"/>
                  <a:pt x="4786410" y="996459"/>
                  <a:pt x="4005545" y="141473"/>
                </a:cubicBezTo>
                <a:cubicBezTo>
                  <a:pt x="3858348" y="-29128"/>
                  <a:pt x="3600726" y="-48103"/>
                  <a:pt x="3430120" y="99092"/>
                </a:cubicBezTo>
                <a:cubicBezTo>
                  <a:pt x="3414972" y="112161"/>
                  <a:pt x="3400813" y="126327"/>
                  <a:pt x="3387744" y="141473"/>
                </a:cubicBezTo>
                <a:cubicBezTo>
                  <a:pt x="2606878" y="996459"/>
                  <a:pt x="1530575" y="1523130"/>
                  <a:pt x="376330" y="1615076"/>
                </a:cubicBezTo>
                <a:cubicBezTo>
                  <a:pt x="161846" y="1635176"/>
                  <a:pt x="-1610" y="1816022"/>
                  <a:pt x="12" y="2031442"/>
                </a:cubicBezTo>
                <a:lnTo>
                  <a:pt x="12" y="3081932"/>
                </a:lnTo>
                <a:cubicBezTo>
                  <a:pt x="12" y="5365740"/>
                  <a:pt x="1452503" y="7454859"/>
                  <a:pt x="3469253" y="8747595"/>
                </a:cubicBezTo>
                <a:cubicBezTo>
                  <a:pt x="3607777" y="8836613"/>
                  <a:pt x="3785511" y="8836613"/>
                  <a:pt x="3924034" y="8747595"/>
                </a:cubicBezTo>
                <a:cubicBezTo>
                  <a:pt x="5940785" y="7454533"/>
                  <a:pt x="7393276" y="5365740"/>
                  <a:pt x="7393276" y="3081932"/>
                </a:cubicBezTo>
                <a:lnTo>
                  <a:pt x="7393276" y="2031442"/>
                </a:lnTo>
                <a:cubicBezTo>
                  <a:pt x="7394897" y="1816022"/>
                  <a:pt x="7231442" y="1635176"/>
                  <a:pt x="7016958" y="1615076"/>
                </a:cubicBezTo>
                <a:close/>
                <a:moveTo>
                  <a:pt x="6685911" y="3081932"/>
                </a:moveTo>
                <a:cubicBezTo>
                  <a:pt x="6685911" y="4899315"/>
                  <a:pt x="5603209" y="6732694"/>
                  <a:pt x="3789635" y="7987342"/>
                </a:cubicBezTo>
                <a:lnTo>
                  <a:pt x="3696698" y="8051657"/>
                </a:lnTo>
                <a:lnTo>
                  <a:pt x="3603870" y="7987342"/>
                </a:lnTo>
                <a:cubicBezTo>
                  <a:pt x="1790188" y="6732585"/>
                  <a:pt x="707268" y="4898771"/>
                  <a:pt x="707268" y="3081932"/>
                </a:cubicBezTo>
                <a:lnTo>
                  <a:pt x="707268" y="2292840"/>
                </a:lnTo>
                <a:lnTo>
                  <a:pt x="844823" y="2271075"/>
                </a:lnTo>
                <a:cubicBezTo>
                  <a:pt x="1869641" y="2109023"/>
                  <a:pt x="2823506" y="1647027"/>
                  <a:pt x="3586023" y="943407"/>
                </a:cubicBezTo>
                <a:lnTo>
                  <a:pt x="3696590" y="841546"/>
                </a:lnTo>
                <a:lnTo>
                  <a:pt x="3807265" y="943407"/>
                </a:lnTo>
                <a:cubicBezTo>
                  <a:pt x="4569750" y="1647027"/>
                  <a:pt x="5523571" y="2109023"/>
                  <a:pt x="6548356" y="2271075"/>
                </a:cubicBezTo>
                <a:lnTo>
                  <a:pt x="6685911" y="229284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56600FC-2277-4A17-B03F-E921541D0988}"/>
              </a:ext>
            </a:extLst>
          </p:cNvPr>
          <p:cNvSpPr/>
          <p:nvPr/>
        </p:nvSpPr>
        <p:spPr>
          <a:xfrm>
            <a:off x="6428443" y="5321662"/>
            <a:ext cx="5325691" cy="6370850"/>
          </a:xfrm>
          <a:custGeom>
            <a:avLst/>
            <a:gdLst>
              <a:gd name="connsiteX0" fmla="*/ 2662846 w 5325691"/>
              <a:gd name="connsiteY0" fmla="*/ 0 h 6370850"/>
              <a:gd name="connsiteX1" fmla="*/ 0 w 5325691"/>
              <a:gd name="connsiteY1" fmla="*/ 1286750 h 6370850"/>
              <a:gd name="connsiteX2" fmla="*/ 0 w 5325691"/>
              <a:gd name="connsiteY2" fmla="*/ 1799100 h 6370850"/>
              <a:gd name="connsiteX3" fmla="*/ 2662955 w 5325691"/>
              <a:gd name="connsiteY3" fmla="*/ 6370851 h 6370850"/>
              <a:gd name="connsiteX4" fmla="*/ 5325692 w 5325691"/>
              <a:gd name="connsiteY4" fmla="*/ 1799100 h 6370850"/>
              <a:gd name="connsiteX5" fmla="*/ 5325692 w 5325691"/>
              <a:gd name="connsiteY5" fmla="*/ 1286750 h 6370850"/>
              <a:gd name="connsiteX6" fmla="*/ 2662846 w 5325691"/>
              <a:gd name="connsiteY6" fmla="*/ 0 h 6370850"/>
              <a:gd name="connsiteX7" fmla="*/ 2383383 w 5325691"/>
              <a:gd name="connsiteY7" fmla="*/ 4249084 h 6370850"/>
              <a:gd name="connsiteX8" fmla="*/ 1282941 w 5325691"/>
              <a:gd name="connsiteY8" fmla="*/ 3148534 h 6370850"/>
              <a:gd name="connsiteX9" fmla="*/ 1656865 w 5325691"/>
              <a:gd name="connsiteY9" fmla="*/ 2774610 h 6370850"/>
              <a:gd name="connsiteX10" fmla="*/ 2383383 w 5325691"/>
              <a:gd name="connsiteY10" fmla="*/ 3501127 h 6370850"/>
              <a:gd name="connsiteX11" fmla="*/ 3871242 w 5325691"/>
              <a:gd name="connsiteY11" fmla="*/ 2013268 h 6370850"/>
              <a:gd name="connsiteX12" fmla="*/ 4245166 w 5325691"/>
              <a:gd name="connsiteY12" fmla="*/ 2387300 h 637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25691" h="6370850">
                <a:moveTo>
                  <a:pt x="2662846" y="0"/>
                </a:moveTo>
                <a:cubicBezTo>
                  <a:pt x="1907261" y="660820"/>
                  <a:pt x="987274" y="1105382"/>
                  <a:pt x="0" y="1286750"/>
                </a:cubicBezTo>
                <a:lnTo>
                  <a:pt x="0" y="1799100"/>
                </a:lnTo>
                <a:cubicBezTo>
                  <a:pt x="0" y="3477948"/>
                  <a:pt x="993249" y="5179540"/>
                  <a:pt x="2662955" y="6370851"/>
                </a:cubicBezTo>
                <a:cubicBezTo>
                  <a:pt x="4332444" y="5179758"/>
                  <a:pt x="5325692" y="3478057"/>
                  <a:pt x="5325692" y="1799100"/>
                </a:cubicBezTo>
                <a:lnTo>
                  <a:pt x="5325692" y="1286750"/>
                </a:lnTo>
                <a:cubicBezTo>
                  <a:pt x="4338418" y="1105382"/>
                  <a:pt x="3418431" y="660820"/>
                  <a:pt x="2662846" y="0"/>
                </a:cubicBezTo>
                <a:close/>
                <a:moveTo>
                  <a:pt x="2383383" y="4249084"/>
                </a:moveTo>
                <a:lnTo>
                  <a:pt x="1282941" y="3148534"/>
                </a:lnTo>
                <a:lnTo>
                  <a:pt x="1656865" y="2774610"/>
                </a:lnTo>
                <a:lnTo>
                  <a:pt x="2383383" y="3501127"/>
                </a:lnTo>
                <a:lnTo>
                  <a:pt x="3871242" y="2013268"/>
                </a:lnTo>
                <a:lnTo>
                  <a:pt x="4245166" y="2387300"/>
                </a:lnTo>
                <a:close/>
              </a:path>
            </a:pathLst>
          </a:custGeom>
          <a:solidFill>
            <a:srgbClr val="7030A0"/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6524A3-69F9-438E-A6E3-0FB24178466A}"/>
              </a:ext>
            </a:extLst>
          </p:cNvPr>
          <p:cNvGrpSpPr/>
          <p:nvPr/>
        </p:nvGrpSpPr>
        <p:grpSpPr>
          <a:xfrm>
            <a:off x="10734615" y="7834726"/>
            <a:ext cx="4763737" cy="6278270"/>
            <a:chOff x="10734615" y="5918843"/>
            <a:chExt cx="4763737" cy="627827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BAF1C93-BED9-4F0C-B8F1-A7ACF25FB3EC}"/>
                </a:ext>
              </a:extLst>
            </p:cNvPr>
            <p:cNvSpPr/>
            <p:nvPr/>
          </p:nvSpPr>
          <p:spPr>
            <a:xfrm rot="9704328">
              <a:off x="12032130" y="5918843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B1FE7BC-79CF-4419-AE01-607B9EE809D9}"/>
                </a:ext>
              </a:extLst>
            </p:cNvPr>
            <p:cNvSpPr/>
            <p:nvPr/>
          </p:nvSpPr>
          <p:spPr>
            <a:xfrm rot="9704328">
              <a:off x="10734615" y="9820502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D8DD544-B3AA-4359-B141-5748C32EF241}"/>
              </a:ext>
            </a:extLst>
          </p:cNvPr>
          <p:cNvSpPr/>
          <p:nvPr/>
        </p:nvSpPr>
        <p:spPr>
          <a:xfrm>
            <a:off x="7086851" y="6043327"/>
            <a:ext cx="4001041" cy="4001041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C37BBCB-F85B-475B-90AE-36CFF7C30BCB}"/>
              </a:ext>
            </a:extLst>
          </p:cNvPr>
          <p:cNvSpPr/>
          <p:nvPr/>
        </p:nvSpPr>
        <p:spPr>
          <a:xfrm>
            <a:off x="7846621" y="7146190"/>
            <a:ext cx="2481500" cy="24815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pic>
        <p:nvPicPr>
          <p:cNvPr id="7" name="Graphic 6" descr="Badge New with solid fill">
            <a:extLst>
              <a:ext uri="{FF2B5EF4-FFF2-40B4-BE49-F238E27FC236}">
                <a16:creationId xmlns:a16="http://schemas.microsoft.com/office/drawing/2014/main" id="{C61EAB19-1EE3-47D0-834B-3F777D28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1955" y="7071925"/>
            <a:ext cx="2630831" cy="2630831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0F3BC1E-3401-44BD-99E3-4212677D3C3B}"/>
              </a:ext>
            </a:extLst>
          </p:cNvPr>
          <p:cNvGrpSpPr/>
          <p:nvPr/>
        </p:nvGrpSpPr>
        <p:grpSpPr>
          <a:xfrm flipH="1">
            <a:off x="2551119" y="7798655"/>
            <a:ext cx="4780331" cy="6300139"/>
            <a:chOff x="1500355" y="6392567"/>
            <a:chExt cx="4763737" cy="627827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62E0F3-E94C-4127-A735-EED71001B7F6}"/>
                </a:ext>
              </a:extLst>
            </p:cNvPr>
            <p:cNvSpPr/>
            <p:nvPr/>
          </p:nvSpPr>
          <p:spPr>
            <a:xfrm rot="9704328">
              <a:off x="2797870" y="6392567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8FFE13D-E661-4FF5-8450-7F0EB01AC396}"/>
                </a:ext>
              </a:extLst>
            </p:cNvPr>
            <p:cNvSpPr/>
            <p:nvPr/>
          </p:nvSpPr>
          <p:spPr>
            <a:xfrm rot="9704328">
              <a:off x="1500355" y="10294226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</p:spTree>
    <p:extLst>
      <p:ext uri="{BB962C8B-B14F-4D97-AF65-F5344CB8AC3E}">
        <p14:creationId xmlns:p14="http://schemas.microsoft.com/office/powerpoint/2010/main" val="340091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1985824-D5DC-4AE8-A46A-24C04B5058B7}"/>
              </a:ext>
            </a:extLst>
          </p:cNvPr>
          <p:cNvSpPr/>
          <p:nvPr/>
        </p:nvSpPr>
        <p:spPr>
          <a:xfrm>
            <a:off x="5394700" y="2122947"/>
            <a:ext cx="7393287" cy="8814358"/>
          </a:xfrm>
          <a:custGeom>
            <a:avLst/>
            <a:gdLst>
              <a:gd name="connsiteX0" fmla="*/ 7016958 w 7393287"/>
              <a:gd name="connsiteY0" fmla="*/ 1615076 h 8814358"/>
              <a:gd name="connsiteX1" fmla="*/ 4005545 w 7393287"/>
              <a:gd name="connsiteY1" fmla="*/ 141473 h 8814358"/>
              <a:gd name="connsiteX2" fmla="*/ 3430120 w 7393287"/>
              <a:gd name="connsiteY2" fmla="*/ 99092 h 8814358"/>
              <a:gd name="connsiteX3" fmla="*/ 3387744 w 7393287"/>
              <a:gd name="connsiteY3" fmla="*/ 141473 h 8814358"/>
              <a:gd name="connsiteX4" fmla="*/ 376330 w 7393287"/>
              <a:gd name="connsiteY4" fmla="*/ 1615076 h 8814358"/>
              <a:gd name="connsiteX5" fmla="*/ 12 w 7393287"/>
              <a:gd name="connsiteY5" fmla="*/ 2031442 h 8814358"/>
              <a:gd name="connsiteX6" fmla="*/ 12 w 7393287"/>
              <a:gd name="connsiteY6" fmla="*/ 3081932 h 8814358"/>
              <a:gd name="connsiteX7" fmla="*/ 3469253 w 7393287"/>
              <a:gd name="connsiteY7" fmla="*/ 8747595 h 8814358"/>
              <a:gd name="connsiteX8" fmla="*/ 3924034 w 7393287"/>
              <a:gd name="connsiteY8" fmla="*/ 8747595 h 8814358"/>
              <a:gd name="connsiteX9" fmla="*/ 7393276 w 7393287"/>
              <a:gd name="connsiteY9" fmla="*/ 3081932 h 8814358"/>
              <a:gd name="connsiteX10" fmla="*/ 7393276 w 7393287"/>
              <a:gd name="connsiteY10" fmla="*/ 2031442 h 8814358"/>
              <a:gd name="connsiteX11" fmla="*/ 7016958 w 7393287"/>
              <a:gd name="connsiteY11" fmla="*/ 1615076 h 8814358"/>
              <a:gd name="connsiteX12" fmla="*/ 6685911 w 7393287"/>
              <a:gd name="connsiteY12" fmla="*/ 3081932 h 8814358"/>
              <a:gd name="connsiteX13" fmla="*/ 3789635 w 7393287"/>
              <a:gd name="connsiteY13" fmla="*/ 7987342 h 8814358"/>
              <a:gd name="connsiteX14" fmla="*/ 3696698 w 7393287"/>
              <a:gd name="connsiteY14" fmla="*/ 8051657 h 8814358"/>
              <a:gd name="connsiteX15" fmla="*/ 3603870 w 7393287"/>
              <a:gd name="connsiteY15" fmla="*/ 7987342 h 8814358"/>
              <a:gd name="connsiteX16" fmla="*/ 707268 w 7393287"/>
              <a:gd name="connsiteY16" fmla="*/ 3081932 h 8814358"/>
              <a:gd name="connsiteX17" fmla="*/ 707268 w 7393287"/>
              <a:gd name="connsiteY17" fmla="*/ 2292840 h 8814358"/>
              <a:gd name="connsiteX18" fmla="*/ 844823 w 7393287"/>
              <a:gd name="connsiteY18" fmla="*/ 2271075 h 8814358"/>
              <a:gd name="connsiteX19" fmla="*/ 3586023 w 7393287"/>
              <a:gd name="connsiteY19" fmla="*/ 943407 h 8814358"/>
              <a:gd name="connsiteX20" fmla="*/ 3696590 w 7393287"/>
              <a:gd name="connsiteY20" fmla="*/ 841546 h 8814358"/>
              <a:gd name="connsiteX21" fmla="*/ 3807265 w 7393287"/>
              <a:gd name="connsiteY21" fmla="*/ 943407 h 8814358"/>
              <a:gd name="connsiteX22" fmla="*/ 6548356 w 7393287"/>
              <a:gd name="connsiteY22" fmla="*/ 2271075 h 8814358"/>
              <a:gd name="connsiteX23" fmla="*/ 6685911 w 7393287"/>
              <a:gd name="connsiteY23" fmla="*/ 2292840 h 881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93287" h="8814358">
                <a:moveTo>
                  <a:pt x="7016958" y="1615076"/>
                </a:moveTo>
                <a:cubicBezTo>
                  <a:pt x="5862713" y="1523130"/>
                  <a:pt x="4786410" y="996459"/>
                  <a:pt x="4005545" y="141473"/>
                </a:cubicBezTo>
                <a:cubicBezTo>
                  <a:pt x="3858348" y="-29128"/>
                  <a:pt x="3600726" y="-48103"/>
                  <a:pt x="3430120" y="99092"/>
                </a:cubicBezTo>
                <a:cubicBezTo>
                  <a:pt x="3414972" y="112161"/>
                  <a:pt x="3400813" y="126327"/>
                  <a:pt x="3387744" y="141473"/>
                </a:cubicBezTo>
                <a:cubicBezTo>
                  <a:pt x="2606878" y="996459"/>
                  <a:pt x="1530575" y="1523130"/>
                  <a:pt x="376330" y="1615076"/>
                </a:cubicBezTo>
                <a:cubicBezTo>
                  <a:pt x="161846" y="1635176"/>
                  <a:pt x="-1610" y="1816022"/>
                  <a:pt x="12" y="2031442"/>
                </a:cubicBezTo>
                <a:lnTo>
                  <a:pt x="12" y="3081932"/>
                </a:lnTo>
                <a:cubicBezTo>
                  <a:pt x="12" y="5365740"/>
                  <a:pt x="1452503" y="7454859"/>
                  <a:pt x="3469253" y="8747595"/>
                </a:cubicBezTo>
                <a:cubicBezTo>
                  <a:pt x="3607777" y="8836613"/>
                  <a:pt x="3785511" y="8836613"/>
                  <a:pt x="3924034" y="8747595"/>
                </a:cubicBezTo>
                <a:cubicBezTo>
                  <a:pt x="5940785" y="7454533"/>
                  <a:pt x="7393276" y="5365740"/>
                  <a:pt x="7393276" y="3081932"/>
                </a:cubicBezTo>
                <a:lnTo>
                  <a:pt x="7393276" y="2031442"/>
                </a:lnTo>
                <a:cubicBezTo>
                  <a:pt x="7394897" y="1816022"/>
                  <a:pt x="7231442" y="1635176"/>
                  <a:pt x="7016958" y="1615076"/>
                </a:cubicBezTo>
                <a:close/>
                <a:moveTo>
                  <a:pt x="6685911" y="3081932"/>
                </a:moveTo>
                <a:cubicBezTo>
                  <a:pt x="6685911" y="4899315"/>
                  <a:pt x="5603209" y="6732694"/>
                  <a:pt x="3789635" y="7987342"/>
                </a:cubicBezTo>
                <a:lnTo>
                  <a:pt x="3696698" y="8051657"/>
                </a:lnTo>
                <a:lnTo>
                  <a:pt x="3603870" y="7987342"/>
                </a:lnTo>
                <a:cubicBezTo>
                  <a:pt x="1790188" y="6732585"/>
                  <a:pt x="707268" y="4898771"/>
                  <a:pt x="707268" y="3081932"/>
                </a:cubicBezTo>
                <a:lnTo>
                  <a:pt x="707268" y="2292840"/>
                </a:lnTo>
                <a:lnTo>
                  <a:pt x="844823" y="2271075"/>
                </a:lnTo>
                <a:cubicBezTo>
                  <a:pt x="1869641" y="2109023"/>
                  <a:pt x="2823506" y="1647027"/>
                  <a:pt x="3586023" y="943407"/>
                </a:cubicBezTo>
                <a:lnTo>
                  <a:pt x="3696590" y="841546"/>
                </a:lnTo>
                <a:lnTo>
                  <a:pt x="3807265" y="943407"/>
                </a:lnTo>
                <a:cubicBezTo>
                  <a:pt x="4569750" y="1647027"/>
                  <a:pt x="5523571" y="2109023"/>
                  <a:pt x="6548356" y="2271075"/>
                </a:cubicBezTo>
                <a:lnTo>
                  <a:pt x="6685911" y="229284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56600FC-2277-4A17-B03F-E921541D0988}"/>
              </a:ext>
            </a:extLst>
          </p:cNvPr>
          <p:cNvSpPr/>
          <p:nvPr/>
        </p:nvSpPr>
        <p:spPr>
          <a:xfrm>
            <a:off x="6428443" y="3405779"/>
            <a:ext cx="5325691" cy="6370850"/>
          </a:xfrm>
          <a:custGeom>
            <a:avLst/>
            <a:gdLst>
              <a:gd name="connsiteX0" fmla="*/ 2662846 w 5325691"/>
              <a:gd name="connsiteY0" fmla="*/ 0 h 6370850"/>
              <a:gd name="connsiteX1" fmla="*/ 0 w 5325691"/>
              <a:gd name="connsiteY1" fmla="*/ 1286750 h 6370850"/>
              <a:gd name="connsiteX2" fmla="*/ 0 w 5325691"/>
              <a:gd name="connsiteY2" fmla="*/ 1799100 h 6370850"/>
              <a:gd name="connsiteX3" fmla="*/ 2662955 w 5325691"/>
              <a:gd name="connsiteY3" fmla="*/ 6370851 h 6370850"/>
              <a:gd name="connsiteX4" fmla="*/ 5325692 w 5325691"/>
              <a:gd name="connsiteY4" fmla="*/ 1799100 h 6370850"/>
              <a:gd name="connsiteX5" fmla="*/ 5325692 w 5325691"/>
              <a:gd name="connsiteY5" fmla="*/ 1286750 h 6370850"/>
              <a:gd name="connsiteX6" fmla="*/ 2662846 w 5325691"/>
              <a:gd name="connsiteY6" fmla="*/ 0 h 6370850"/>
              <a:gd name="connsiteX7" fmla="*/ 2383383 w 5325691"/>
              <a:gd name="connsiteY7" fmla="*/ 4249084 h 6370850"/>
              <a:gd name="connsiteX8" fmla="*/ 1282941 w 5325691"/>
              <a:gd name="connsiteY8" fmla="*/ 3148534 h 6370850"/>
              <a:gd name="connsiteX9" fmla="*/ 1656865 w 5325691"/>
              <a:gd name="connsiteY9" fmla="*/ 2774610 h 6370850"/>
              <a:gd name="connsiteX10" fmla="*/ 2383383 w 5325691"/>
              <a:gd name="connsiteY10" fmla="*/ 3501127 h 6370850"/>
              <a:gd name="connsiteX11" fmla="*/ 3871242 w 5325691"/>
              <a:gd name="connsiteY11" fmla="*/ 2013268 h 6370850"/>
              <a:gd name="connsiteX12" fmla="*/ 4245166 w 5325691"/>
              <a:gd name="connsiteY12" fmla="*/ 2387300 h 637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25691" h="6370850">
                <a:moveTo>
                  <a:pt x="2662846" y="0"/>
                </a:moveTo>
                <a:cubicBezTo>
                  <a:pt x="1907261" y="660820"/>
                  <a:pt x="987274" y="1105382"/>
                  <a:pt x="0" y="1286750"/>
                </a:cubicBezTo>
                <a:lnTo>
                  <a:pt x="0" y="1799100"/>
                </a:lnTo>
                <a:cubicBezTo>
                  <a:pt x="0" y="3477948"/>
                  <a:pt x="993249" y="5179540"/>
                  <a:pt x="2662955" y="6370851"/>
                </a:cubicBezTo>
                <a:cubicBezTo>
                  <a:pt x="4332444" y="5179758"/>
                  <a:pt x="5325692" y="3478057"/>
                  <a:pt x="5325692" y="1799100"/>
                </a:cubicBezTo>
                <a:lnTo>
                  <a:pt x="5325692" y="1286750"/>
                </a:lnTo>
                <a:cubicBezTo>
                  <a:pt x="4338418" y="1105382"/>
                  <a:pt x="3418431" y="660820"/>
                  <a:pt x="2662846" y="0"/>
                </a:cubicBezTo>
                <a:close/>
                <a:moveTo>
                  <a:pt x="2383383" y="4249084"/>
                </a:moveTo>
                <a:lnTo>
                  <a:pt x="1282941" y="3148534"/>
                </a:lnTo>
                <a:lnTo>
                  <a:pt x="1656865" y="2774610"/>
                </a:lnTo>
                <a:lnTo>
                  <a:pt x="2383383" y="3501127"/>
                </a:lnTo>
                <a:lnTo>
                  <a:pt x="3871242" y="2013268"/>
                </a:lnTo>
                <a:lnTo>
                  <a:pt x="4245166" y="2387300"/>
                </a:lnTo>
                <a:close/>
              </a:path>
            </a:pathLst>
          </a:custGeom>
          <a:solidFill>
            <a:srgbClr val="7030A0"/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F4BE2-DF85-4517-A83D-04D48864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050" y="12714510"/>
            <a:ext cx="15300564" cy="1875869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ROYALSTAR</a:t>
            </a:r>
            <a:endParaRPr lang="en-LC" sz="80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EEE2A-E0A4-4C61-96E8-DD65FE61B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0082" y="15958897"/>
            <a:ext cx="13500497" cy="1169941"/>
          </a:xfrm>
        </p:spPr>
        <p:txBody>
          <a:bodyPr/>
          <a:lstStyle/>
          <a:p>
            <a:r>
              <a:rPr lang="en-US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We raise stars for tomorrow</a:t>
            </a:r>
            <a:endParaRPr lang="en-LC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6524A3-69F9-438E-A6E3-0FB24178466A}"/>
              </a:ext>
            </a:extLst>
          </p:cNvPr>
          <p:cNvGrpSpPr/>
          <p:nvPr/>
        </p:nvGrpSpPr>
        <p:grpSpPr>
          <a:xfrm>
            <a:off x="10734615" y="5918843"/>
            <a:ext cx="4763737" cy="6278270"/>
            <a:chOff x="10734615" y="5918843"/>
            <a:chExt cx="4763737" cy="627827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BAF1C93-BED9-4F0C-B8F1-A7ACF25FB3EC}"/>
                </a:ext>
              </a:extLst>
            </p:cNvPr>
            <p:cNvSpPr/>
            <p:nvPr/>
          </p:nvSpPr>
          <p:spPr>
            <a:xfrm rot="9704328">
              <a:off x="12032130" y="5918843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B1FE7BC-79CF-4419-AE01-607B9EE809D9}"/>
                </a:ext>
              </a:extLst>
            </p:cNvPr>
            <p:cNvSpPr/>
            <p:nvPr/>
          </p:nvSpPr>
          <p:spPr>
            <a:xfrm rot="9704328">
              <a:off x="10734615" y="9820502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D8DD544-B3AA-4359-B141-5748C32EF241}"/>
              </a:ext>
            </a:extLst>
          </p:cNvPr>
          <p:cNvSpPr/>
          <p:nvPr/>
        </p:nvSpPr>
        <p:spPr>
          <a:xfrm>
            <a:off x="7086851" y="4127444"/>
            <a:ext cx="4001041" cy="4001041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3A76E16-2F22-4223-807D-AF23B4CBB98B}"/>
              </a:ext>
            </a:extLst>
          </p:cNvPr>
          <p:cNvSpPr txBox="1">
            <a:spLocks/>
          </p:cNvSpPr>
          <p:nvPr/>
        </p:nvSpPr>
        <p:spPr>
          <a:xfrm>
            <a:off x="1350049" y="13783068"/>
            <a:ext cx="15300564" cy="1875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8000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181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INTERNATIONAL ACADEMY</a:t>
            </a:r>
            <a:endParaRPr lang="en-LC" sz="72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C37BBCB-F85B-475B-90AE-36CFF7C30BCB}"/>
              </a:ext>
            </a:extLst>
          </p:cNvPr>
          <p:cNvSpPr/>
          <p:nvPr/>
        </p:nvSpPr>
        <p:spPr>
          <a:xfrm>
            <a:off x="7846621" y="5230307"/>
            <a:ext cx="2481500" cy="24815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pic>
        <p:nvPicPr>
          <p:cNvPr id="7" name="Graphic 6" descr="Badge New with solid fill">
            <a:extLst>
              <a:ext uri="{FF2B5EF4-FFF2-40B4-BE49-F238E27FC236}">
                <a16:creationId xmlns:a16="http://schemas.microsoft.com/office/drawing/2014/main" id="{C61EAB19-1EE3-47D0-834B-3F777D28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1955" y="5156042"/>
            <a:ext cx="2630831" cy="2630831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0F3BC1E-3401-44BD-99E3-4212677D3C3B}"/>
              </a:ext>
            </a:extLst>
          </p:cNvPr>
          <p:cNvGrpSpPr/>
          <p:nvPr/>
        </p:nvGrpSpPr>
        <p:grpSpPr>
          <a:xfrm flipH="1">
            <a:off x="2551119" y="5882772"/>
            <a:ext cx="4780331" cy="6300139"/>
            <a:chOff x="1500355" y="6392567"/>
            <a:chExt cx="4763737" cy="627827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62E0F3-E94C-4127-A735-EED71001B7F6}"/>
                </a:ext>
              </a:extLst>
            </p:cNvPr>
            <p:cNvSpPr/>
            <p:nvPr/>
          </p:nvSpPr>
          <p:spPr>
            <a:xfrm rot="9704328">
              <a:off x="2797870" y="6392567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8FFE13D-E661-4FF5-8450-7F0EB01AC396}"/>
                </a:ext>
              </a:extLst>
            </p:cNvPr>
            <p:cNvSpPr/>
            <p:nvPr/>
          </p:nvSpPr>
          <p:spPr>
            <a:xfrm rot="9704328">
              <a:off x="1500355" y="10294226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</p:spTree>
    <p:extLst>
      <p:ext uri="{BB962C8B-B14F-4D97-AF65-F5344CB8AC3E}">
        <p14:creationId xmlns:p14="http://schemas.microsoft.com/office/powerpoint/2010/main" val="395117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1985824-D5DC-4AE8-A46A-24C04B5058B7}"/>
              </a:ext>
            </a:extLst>
          </p:cNvPr>
          <p:cNvSpPr/>
          <p:nvPr/>
        </p:nvSpPr>
        <p:spPr>
          <a:xfrm>
            <a:off x="5394700" y="3908207"/>
            <a:ext cx="7393287" cy="8814358"/>
          </a:xfrm>
          <a:custGeom>
            <a:avLst/>
            <a:gdLst>
              <a:gd name="connsiteX0" fmla="*/ 7016958 w 7393287"/>
              <a:gd name="connsiteY0" fmla="*/ 1615076 h 8814358"/>
              <a:gd name="connsiteX1" fmla="*/ 4005545 w 7393287"/>
              <a:gd name="connsiteY1" fmla="*/ 141473 h 8814358"/>
              <a:gd name="connsiteX2" fmla="*/ 3430120 w 7393287"/>
              <a:gd name="connsiteY2" fmla="*/ 99092 h 8814358"/>
              <a:gd name="connsiteX3" fmla="*/ 3387744 w 7393287"/>
              <a:gd name="connsiteY3" fmla="*/ 141473 h 8814358"/>
              <a:gd name="connsiteX4" fmla="*/ 376330 w 7393287"/>
              <a:gd name="connsiteY4" fmla="*/ 1615076 h 8814358"/>
              <a:gd name="connsiteX5" fmla="*/ 12 w 7393287"/>
              <a:gd name="connsiteY5" fmla="*/ 2031442 h 8814358"/>
              <a:gd name="connsiteX6" fmla="*/ 12 w 7393287"/>
              <a:gd name="connsiteY6" fmla="*/ 3081932 h 8814358"/>
              <a:gd name="connsiteX7" fmla="*/ 3469253 w 7393287"/>
              <a:gd name="connsiteY7" fmla="*/ 8747595 h 8814358"/>
              <a:gd name="connsiteX8" fmla="*/ 3924034 w 7393287"/>
              <a:gd name="connsiteY8" fmla="*/ 8747595 h 8814358"/>
              <a:gd name="connsiteX9" fmla="*/ 7393276 w 7393287"/>
              <a:gd name="connsiteY9" fmla="*/ 3081932 h 8814358"/>
              <a:gd name="connsiteX10" fmla="*/ 7393276 w 7393287"/>
              <a:gd name="connsiteY10" fmla="*/ 2031442 h 8814358"/>
              <a:gd name="connsiteX11" fmla="*/ 7016958 w 7393287"/>
              <a:gd name="connsiteY11" fmla="*/ 1615076 h 8814358"/>
              <a:gd name="connsiteX12" fmla="*/ 6685911 w 7393287"/>
              <a:gd name="connsiteY12" fmla="*/ 3081932 h 8814358"/>
              <a:gd name="connsiteX13" fmla="*/ 3789635 w 7393287"/>
              <a:gd name="connsiteY13" fmla="*/ 7987342 h 8814358"/>
              <a:gd name="connsiteX14" fmla="*/ 3696698 w 7393287"/>
              <a:gd name="connsiteY14" fmla="*/ 8051657 h 8814358"/>
              <a:gd name="connsiteX15" fmla="*/ 3603870 w 7393287"/>
              <a:gd name="connsiteY15" fmla="*/ 7987342 h 8814358"/>
              <a:gd name="connsiteX16" fmla="*/ 707268 w 7393287"/>
              <a:gd name="connsiteY16" fmla="*/ 3081932 h 8814358"/>
              <a:gd name="connsiteX17" fmla="*/ 707268 w 7393287"/>
              <a:gd name="connsiteY17" fmla="*/ 2292840 h 8814358"/>
              <a:gd name="connsiteX18" fmla="*/ 844823 w 7393287"/>
              <a:gd name="connsiteY18" fmla="*/ 2271075 h 8814358"/>
              <a:gd name="connsiteX19" fmla="*/ 3586023 w 7393287"/>
              <a:gd name="connsiteY19" fmla="*/ 943407 h 8814358"/>
              <a:gd name="connsiteX20" fmla="*/ 3696590 w 7393287"/>
              <a:gd name="connsiteY20" fmla="*/ 841546 h 8814358"/>
              <a:gd name="connsiteX21" fmla="*/ 3807265 w 7393287"/>
              <a:gd name="connsiteY21" fmla="*/ 943407 h 8814358"/>
              <a:gd name="connsiteX22" fmla="*/ 6548356 w 7393287"/>
              <a:gd name="connsiteY22" fmla="*/ 2271075 h 8814358"/>
              <a:gd name="connsiteX23" fmla="*/ 6685911 w 7393287"/>
              <a:gd name="connsiteY23" fmla="*/ 2292840 h 881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93287" h="8814358">
                <a:moveTo>
                  <a:pt x="7016958" y="1615076"/>
                </a:moveTo>
                <a:cubicBezTo>
                  <a:pt x="5862713" y="1523130"/>
                  <a:pt x="4786410" y="996459"/>
                  <a:pt x="4005545" y="141473"/>
                </a:cubicBezTo>
                <a:cubicBezTo>
                  <a:pt x="3858348" y="-29128"/>
                  <a:pt x="3600726" y="-48103"/>
                  <a:pt x="3430120" y="99092"/>
                </a:cubicBezTo>
                <a:cubicBezTo>
                  <a:pt x="3414972" y="112161"/>
                  <a:pt x="3400813" y="126327"/>
                  <a:pt x="3387744" y="141473"/>
                </a:cubicBezTo>
                <a:cubicBezTo>
                  <a:pt x="2606878" y="996459"/>
                  <a:pt x="1530575" y="1523130"/>
                  <a:pt x="376330" y="1615076"/>
                </a:cubicBezTo>
                <a:cubicBezTo>
                  <a:pt x="161846" y="1635176"/>
                  <a:pt x="-1610" y="1816022"/>
                  <a:pt x="12" y="2031442"/>
                </a:cubicBezTo>
                <a:lnTo>
                  <a:pt x="12" y="3081932"/>
                </a:lnTo>
                <a:cubicBezTo>
                  <a:pt x="12" y="5365740"/>
                  <a:pt x="1452503" y="7454859"/>
                  <a:pt x="3469253" y="8747595"/>
                </a:cubicBezTo>
                <a:cubicBezTo>
                  <a:pt x="3607777" y="8836613"/>
                  <a:pt x="3785511" y="8836613"/>
                  <a:pt x="3924034" y="8747595"/>
                </a:cubicBezTo>
                <a:cubicBezTo>
                  <a:pt x="5940785" y="7454533"/>
                  <a:pt x="7393276" y="5365740"/>
                  <a:pt x="7393276" y="3081932"/>
                </a:cubicBezTo>
                <a:lnTo>
                  <a:pt x="7393276" y="2031442"/>
                </a:lnTo>
                <a:cubicBezTo>
                  <a:pt x="7394897" y="1816022"/>
                  <a:pt x="7231442" y="1635176"/>
                  <a:pt x="7016958" y="1615076"/>
                </a:cubicBezTo>
                <a:close/>
                <a:moveTo>
                  <a:pt x="6685911" y="3081932"/>
                </a:moveTo>
                <a:cubicBezTo>
                  <a:pt x="6685911" y="4899315"/>
                  <a:pt x="5603209" y="6732694"/>
                  <a:pt x="3789635" y="7987342"/>
                </a:cubicBezTo>
                <a:lnTo>
                  <a:pt x="3696698" y="8051657"/>
                </a:lnTo>
                <a:lnTo>
                  <a:pt x="3603870" y="7987342"/>
                </a:lnTo>
                <a:cubicBezTo>
                  <a:pt x="1790188" y="6732585"/>
                  <a:pt x="707268" y="4898771"/>
                  <a:pt x="707268" y="3081932"/>
                </a:cubicBezTo>
                <a:lnTo>
                  <a:pt x="707268" y="2292840"/>
                </a:lnTo>
                <a:lnTo>
                  <a:pt x="844823" y="2271075"/>
                </a:lnTo>
                <a:cubicBezTo>
                  <a:pt x="1869641" y="2109023"/>
                  <a:pt x="2823506" y="1647027"/>
                  <a:pt x="3586023" y="943407"/>
                </a:cubicBezTo>
                <a:lnTo>
                  <a:pt x="3696590" y="841546"/>
                </a:lnTo>
                <a:lnTo>
                  <a:pt x="3807265" y="943407"/>
                </a:lnTo>
                <a:cubicBezTo>
                  <a:pt x="4569750" y="1647027"/>
                  <a:pt x="5523571" y="2109023"/>
                  <a:pt x="6548356" y="2271075"/>
                </a:cubicBezTo>
                <a:lnTo>
                  <a:pt x="6685911" y="229284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56600FC-2277-4A17-B03F-E921541D0988}"/>
              </a:ext>
            </a:extLst>
          </p:cNvPr>
          <p:cNvSpPr/>
          <p:nvPr/>
        </p:nvSpPr>
        <p:spPr>
          <a:xfrm>
            <a:off x="6428443" y="5191039"/>
            <a:ext cx="5325691" cy="6370850"/>
          </a:xfrm>
          <a:custGeom>
            <a:avLst/>
            <a:gdLst>
              <a:gd name="connsiteX0" fmla="*/ 2662846 w 5325691"/>
              <a:gd name="connsiteY0" fmla="*/ 0 h 6370850"/>
              <a:gd name="connsiteX1" fmla="*/ 0 w 5325691"/>
              <a:gd name="connsiteY1" fmla="*/ 1286750 h 6370850"/>
              <a:gd name="connsiteX2" fmla="*/ 0 w 5325691"/>
              <a:gd name="connsiteY2" fmla="*/ 1799100 h 6370850"/>
              <a:gd name="connsiteX3" fmla="*/ 2662955 w 5325691"/>
              <a:gd name="connsiteY3" fmla="*/ 6370851 h 6370850"/>
              <a:gd name="connsiteX4" fmla="*/ 5325692 w 5325691"/>
              <a:gd name="connsiteY4" fmla="*/ 1799100 h 6370850"/>
              <a:gd name="connsiteX5" fmla="*/ 5325692 w 5325691"/>
              <a:gd name="connsiteY5" fmla="*/ 1286750 h 6370850"/>
              <a:gd name="connsiteX6" fmla="*/ 2662846 w 5325691"/>
              <a:gd name="connsiteY6" fmla="*/ 0 h 6370850"/>
              <a:gd name="connsiteX7" fmla="*/ 2383383 w 5325691"/>
              <a:gd name="connsiteY7" fmla="*/ 4249084 h 6370850"/>
              <a:gd name="connsiteX8" fmla="*/ 1282941 w 5325691"/>
              <a:gd name="connsiteY8" fmla="*/ 3148534 h 6370850"/>
              <a:gd name="connsiteX9" fmla="*/ 1656865 w 5325691"/>
              <a:gd name="connsiteY9" fmla="*/ 2774610 h 6370850"/>
              <a:gd name="connsiteX10" fmla="*/ 2383383 w 5325691"/>
              <a:gd name="connsiteY10" fmla="*/ 3501127 h 6370850"/>
              <a:gd name="connsiteX11" fmla="*/ 3871242 w 5325691"/>
              <a:gd name="connsiteY11" fmla="*/ 2013268 h 6370850"/>
              <a:gd name="connsiteX12" fmla="*/ 4245166 w 5325691"/>
              <a:gd name="connsiteY12" fmla="*/ 2387300 h 637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25691" h="6370850">
                <a:moveTo>
                  <a:pt x="2662846" y="0"/>
                </a:moveTo>
                <a:cubicBezTo>
                  <a:pt x="1907261" y="660820"/>
                  <a:pt x="987274" y="1105382"/>
                  <a:pt x="0" y="1286750"/>
                </a:cubicBezTo>
                <a:lnTo>
                  <a:pt x="0" y="1799100"/>
                </a:lnTo>
                <a:cubicBezTo>
                  <a:pt x="0" y="3477948"/>
                  <a:pt x="993249" y="5179540"/>
                  <a:pt x="2662955" y="6370851"/>
                </a:cubicBezTo>
                <a:cubicBezTo>
                  <a:pt x="4332444" y="5179758"/>
                  <a:pt x="5325692" y="3478057"/>
                  <a:pt x="5325692" y="1799100"/>
                </a:cubicBezTo>
                <a:lnTo>
                  <a:pt x="5325692" y="1286750"/>
                </a:lnTo>
                <a:cubicBezTo>
                  <a:pt x="4338418" y="1105382"/>
                  <a:pt x="3418431" y="660820"/>
                  <a:pt x="2662846" y="0"/>
                </a:cubicBezTo>
                <a:close/>
                <a:moveTo>
                  <a:pt x="2383383" y="4249084"/>
                </a:moveTo>
                <a:lnTo>
                  <a:pt x="1282941" y="3148534"/>
                </a:lnTo>
                <a:lnTo>
                  <a:pt x="1656865" y="2774610"/>
                </a:lnTo>
                <a:lnTo>
                  <a:pt x="2383383" y="3501127"/>
                </a:lnTo>
                <a:lnTo>
                  <a:pt x="3871242" y="2013268"/>
                </a:lnTo>
                <a:lnTo>
                  <a:pt x="4245166" y="23873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6524A3-69F9-438E-A6E3-0FB24178466A}"/>
              </a:ext>
            </a:extLst>
          </p:cNvPr>
          <p:cNvGrpSpPr/>
          <p:nvPr/>
        </p:nvGrpSpPr>
        <p:grpSpPr>
          <a:xfrm>
            <a:off x="10734615" y="7704103"/>
            <a:ext cx="4763737" cy="6278270"/>
            <a:chOff x="10734615" y="5918843"/>
            <a:chExt cx="4763737" cy="627827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BAF1C93-BED9-4F0C-B8F1-A7ACF25FB3EC}"/>
                </a:ext>
              </a:extLst>
            </p:cNvPr>
            <p:cNvSpPr/>
            <p:nvPr/>
          </p:nvSpPr>
          <p:spPr>
            <a:xfrm rot="9704328">
              <a:off x="12032130" y="5918843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B1FE7BC-79CF-4419-AE01-607B9EE809D9}"/>
                </a:ext>
              </a:extLst>
            </p:cNvPr>
            <p:cNvSpPr/>
            <p:nvPr/>
          </p:nvSpPr>
          <p:spPr>
            <a:xfrm rot="9704328">
              <a:off x="10734615" y="9820502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D8DD544-B3AA-4359-B141-5748C32EF241}"/>
              </a:ext>
            </a:extLst>
          </p:cNvPr>
          <p:cNvSpPr/>
          <p:nvPr/>
        </p:nvSpPr>
        <p:spPr>
          <a:xfrm>
            <a:off x="7086851" y="5912704"/>
            <a:ext cx="4001041" cy="4001041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C37BBCB-F85B-475B-90AE-36CFF7C30BCB}"/>
              </a:ext>
            </a:extLst>
          </p:cNvPr>
          <p:cNvSpPr/>
          <p:nvPr/>
        </p:nvSpPr>
        <p:spPr>
          <a:xfrm>
            <a:off x="7846621" y="7015567"/>
            <a:ext cx="2481500" cy="24815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pic>
        <p:nvPicPr>
          <p:cNvPr id="7" name="Graphic 6" descr="Badge New with solid fill">
            <a:extLst>
              <a:ext uri="{FF2B5EF4-FFF2-40B4-BE49-F238E27FC236}">
                <a16:creationId xmlns:a16="http://schemas.microsoft.com/office/drawing/2014/main" id="{C61EAB19-1EE3-47D0-834B-3F777D28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1955" y="6941302"/>
            <a:ext cx="2630831" cy="2630831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0F3BC1E-3401-44BD-99E3-4212677D3C3B}"/>
              </a:ext>
            </a:extLst>
          </p:cNvPr>
          <p:cNvGrpSpPr/>
          <p:nvPr/>
        </p:nvGrpSpPr>
        <p:grpSpPr>
          <a:xfrm flipH="1">
            <a:off x="2551119" y="7668032"/>
            <a:ext cx="4780331" cy="6300139"/>
            <a:chOff x="1500355" y="6392567"/>
            <a:chExt cx="4763737" cy="627827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62E0F3-E94C-4127-A735-EED71001B7F6}"/>
                </a:ext>
              </a:extLst>
            </p:cNvPr>
            <p:cNvSpPr/>
            <p:nvPr/>
          </p:nvSpPr>
          <p:spPr>
            <a:xfrm rot="9704328">
              <a:off x="2797870" y="6392567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8FFE13D-E661-4FF5-8450-7F0EB01AC396}"/>
                </a:ext>
              </a:extLst>
            </p:cNvPr>
            <p:cNvSpPr/>
            <p:nvPr/>
          </p:nvSpPr>
          <p:spPr>
            <a:xfrm rot="9704328">
              <a:off x="1500355" y="10294226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</p:spTree>
    <p:extLst>
      <p:ext uri="{BB962C8B-B14F-4D97-AF65-F5344CB8AC3E}">
        <p14:creationId xmlns:p14="http://schemas.microsoft.com/office/powerpoint/2010/main" val="192752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1985824-D5DC-4AE8-A46A-24C04B5058B7}"/>
              </a:ext>
            </a:extLst>
          </p:cNvPr>
          <p:cNvSpPr/>
          <p:nvPr/>
        </p:nvSpPr>
        <p:spPr>
          <a:xfrm>
            <a:off x="5394700" y="2122947"/>
            <a:ext cx="7393287" cy="8814358"/>
          </a:xfrm>
          <a:custGeom>
            <a:avLst/>
            <a:gdLst>
              <a:gd name="connsiteX0" fmla="*/ 7016958 w 7393287"/>
              <a:gd name="connsiteY0" fmla="*/ 1615076 h 8814358"/>
              <a:gd name="connsiteX1" fmla="*/ 4005545 w 7393287"/>
              <a:gd name="connsiteY1" fmla="*/ 141473 h 8814358"/>
              <a:gd name="connsiteX2" fmla="*/ 3430120 w 7393287"/>
              <a:gd name="connsiteY2" fmla="*/ 99092 h 8814358"/>
              <a:gd name="connsiteX3" fmla="*/ 3387744 w 7393287"/>
              <a:gd name="connsiteY3" fmla="*/ 141473 h 8814358"/>
              <a:gd name="connsiteX4" fmla="*/ 376330 w 7393287"/>
              <a:gd name="connsiteY4" fmla="*/ 1615076 h 8814358"/>
              <a:gd name="connsiteX5" fmla="*/ 12 w 7393287"/>
              <a:gd name="connsiteY5" fmla="*/ 2031442 h 8814358"/>
              <a:gd name="connsiteX6" fmla="*/ 12 w 7393287"/>
              <a:gd name="connsiteY6" fmla="*/ 3081932 h 8814358"/>
              <a:gd name="connsiteX7" fmla="*/ 3469253 w 7393287"/>
              <a:gd name="connsiteY7" fmla="*/ 8747595 h 8814358"/>
              <a:gd name="connsiteX8" fmla="*/ 3924034 w 7393287"/>
              <a:gd name="connsiteY8" fmla="*/ 8747595 h 8814358"/>
              <a:gd name="connsiteX9" fmla="*/ 7393276 w 7393287"/>
              <a:gd name="connsiteY9" fmla="*/ 3081932 h 8814358"/>
              <a:gd name="connsiteX10" fmla="*/ 7393276 w 7393287"/>
              <a:gd name="connsiteY10" fmla="*/ 2031442 h 8814358"/>
              <a:gd name="connsiteX11" fmla="*/ 7016958 w 7393287"/>
              <a:gd name="connsiteY11" fmla="*/ 1615076 h 8814358"/>
              <a:gd name="connsiteX12" fmla="*/ 6685911 w 7393287"/>
              <a:gd name="connsiteY12" fmla="*/ 3081932 h 8814358"/>
              <a:gd name="connsiteX13" fmla="*/ 3789635 w 7393287"/>
              <a:gd name="connsiteY13" fmla="*/ 7987342 h 8814358"/>
              <a:gd name="connsiteX14" fmla="*/ 3696698 w 7393287"/>
              <a:gd name="connsiteY14" fmla="*/ 8051657 h 8814358"/>
              <a:gd name="connsiteX15" fmla="*/ 3603870 w 7393287"/>
              <a:gd name="connsiteY15" fmla="*/ 7987342 h 8814358"/>
              <a:gd name="connsiteX16" fmla="*/ 707268 w 7393287"/>
              <a:gd name="connsiteY16" fmla="*/ 3081932 h 8814358"/>
              <a:gd name="connsiteX17" fmla="*/ 707268 w 7393287"/>
              <a:gd name="connsiteY17" fmla="*/ 2292840 h 8814358"/>
              <a:gd name="connsiteX18" fmla="*/ 844823 w 7393287"/>
              <a:gd name="connsiteY18" fmla="*/ 2271075 h 8814358"/>
              <a:gd name="connsiteX19" fmla="*/ 3586023 w 7393287"/>
              <a:gd name="connsiteY19" fmla="*/ 943407 h 8814358"/>
              <a:gd name="connsiteX20" fmla="*/ 3696590 w 7393287"/>
              <a:gd name="connsiteY20" fmla="*/ 841546 h 8814358"/>
              <a:gd name="connsiteX21" fmla="*/ 3807265 w 7393287"/>
              <a:gd name="connsiteY21" fmla="*/ 943407 h 8814358"/>
              <a:gd name="connsiteX22" fmla="*/ 6548356 w 7393287"/>
              <a:gd name="connsiteY22" fmla="*/ 2271075 h 8814358"/>
              <a:gd name="connsiteX23" fmla="*/ 6685911 w 7393287"/>
              <a:gd name="connsiteY23" fmla="*/ 2292840 h 881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93287" h="8814358">
                <a:moveTo>
                  <a:pt x="7016958" y="1615076"/>
                </a:moveTo>
                <a:cubicBezTo>
                  <a:pt x="5862713" y="1523130"/>
                  <a:pt x="4786410" y="996459"/>
                  <a:pt x="4005545" y="141473"/>
                </a:cubicBezTo>
                <a:cubicBezTo>
                  <a:pt x="3858348" y="-29128"/>
                  <a:pt x="3600726" y="-48103"/>
                  <a:pt x="3430120" y="99092"/>
                </a:cubicBezTo>
                <a:cubicBezTo>
                  <a:pt x="3414972" y="112161"/>
                  <a:pt x="3400813" y="126327"/>
                  <a:pt x="3387744" y="141473"/>
                </a:cubicBezTo>
                <a:cubicBezTo>
                  <a:pt x="2606878" y="996459"/>
                  <a:pt x="1530575" y="1523130"/>
                  <a:pt x="376330" y="1615076"/>
                </a:cubicBezTo>
                <a:cubicBezTo>
                  <a:pt x="161846" y="1635176"/>
                  <a:pt x="-1610" y="1816022"/>
                  <a:pt x="12" y="2031442"/>
                </a:cubicBezTo>
                <a:lnTo>
                  <a:pt x="12" y="3081932"/>
                </a:lnTo>
                <a:cubicBezTo>
                  <a:pt x="12" y="5365740"/>
                  <a:pt x="1452503" y="7454859"/>
                  <a:pt x="3469253" y="8747595"/>
                </a:cubicBezTo>
                <a:cubicBezTo>
                  <a:pt x="3607777" y="8836613"/>
                  <a:pt x="3785511" y="8836613"/>
                  <a:pt x="3924034" y="8747595"/>
                </a:cubicBezTo>
                <a:cubicBezTo>
                  <a:pt x="5940785" y="7454533"/>
                  <a:pt x="7393276" y="5365740"/>
                  <a:pt x="7393276" y="3081932"/>
                </a:cubicBezTo>
                <a:lnTo>
                  <a:pt x="7393276" y="2031442"/>
                </a:lnTo>
                <a:cubicBezTo>
                  <a:pt x="7394897" y="1816022"/>
                  <a:pt x="7231442" y="1635176"/>
                  <a:pt x="7016958" y="1615076"/>
                </a:cubicBezTo>
                <a:close/>
                <a:moveTo>
                  <a:pt x="6685911" y="3081932"/>
                </a:moveTo>
                <a:cubicBezTo>
                  <a:pt x="6685911" y="4899315"/>
                  <a:pt x="5603209" y="6732694"/>
                  <a:pt x="3789635" y="7987342"/>
                </a:cubicBezTo>
                <a:lnTo>
                  <a:pt x="3696698" y="8051657"/>
                </a:lnTo>
                <a:lnTo>
                  <a:pt x="3603870" y="7987342"/>
                </a:lnTo>
                <a:cubicBezTo>
                  <a:pt x="1790188" y="6732585"/>
                  <a:pt x="707268" y="4898771"/>
                  <a:pt x="707268" y="3081932"/>
                </a:cubicBezTo>
                <a:lnTo>
                  <a:pt x="707268" y="2292840"/>
                </a:lnTo>
                <a:lnTo>
                  <a:pt x="844823" y="2271075"/>
                </a:lnTo>
                <a:cubicBezTo>
                  <a:pt x="1869641" y="2109023"/>
                  <a:pt x="2823506" y="1647027"/>
                  <a:pt x="3586023" y="943407"/>
                </a:cubicBezTo>
                <a:lnTo>
                  <a:pt x="3696590" y="841546"/>
                </a:lnTo>
                <a:lnTo>
                  <a:pt x="3807265" y="943407"/>
                </a:lnTo>
                <a:cubicBezTo>
                  <a:pt x="4569750" y="1647027"/>
                  <a:pt x="5523571" y="2109023"/>
                  <a:pt x="6548356" y="2271075"/>
                </a:cubicBezTo>
                <a:lnTo>
                  <a:pt x="6685911" y="229284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56600FC-2277-4A17-B03F-E921541D0988}"/>
              </a:ext>
            </a:extLst>
          </p:cNvPr>
          <p:cNvSpPr/>
          <p:nvPr/>
        </p:nvSpPr>
        <p:spPr>
          <a:xfrm>
            <a:off x="6428443" y="3405779"/>
            <a:ext cx="5325691" cy="6370850"/>
          </a:xfrm>
          <a:custGeom>
            <a:avLst/>
            <a:gdLst>
              <a:gd name="connsiteX0" fmla="*/ 2662846 w 5325691"/>
              <a:gd name="connsiteY0" fmla="*/ 0 h 6370850"/>
              <a:gd name="connsiteX1" fmla="*/ 0 w 5325691"/>
              <a:gd name="connsiteY1" fmla="*/ 1286750 h 6370850"/>
              <a:gd name="connsiteX2" fmla="*/ 0 w 5325691"/>
              <a:gd name="connsiteY2" fmla="*/ 1799100 h 6370850"/>
              <a:gd name="connsiteX3" fmla="*/ 2662955 w 5325691"/>
              <a:gd name="connsiteY3" fmla="*/ 6370851 h 6370850"/>
              <a:gd name="connsiteX4" fmla="*/ 5325692 w 5325691"/>
              <a:gd name="connsiteY4" fmla="*/ 1799100 h 6370850"/>
              <a:gd name="connsiteX5" fmla="*/ 5325692 w 5325691"/>
              <a:gd name="connsiteY5" fmla="*/ 1286750 h 6370850"/>
              <a:gd name="connsiteX6" fmla="*/ 2662846 w 5325691"/>
              <a:gd name="connsiteY6" fmla="*/ 0 h 6370850"/>
              <a:gd name="connsiteX7" fmla="*/ 2383383 w 5325691"/>
              <a:gd name="connsiteY7" fmla="*/ 4249084 h 6370850"/>
              <a:gd name="connsiteX8" fmla="*/ 1282941 w 5325691"/>
              <a:gd name="connsiteY8" fmla="*/ 3148534 h 6370850"/>
              <a:gd name="connsiteX9" fmla="*/ 1656865 w 5325691"/>
              <a:gd name="connsiteY9" fmla="*/ 2774610 h 6370850"/>
              <a:gd name="connsiteX10" fmla="*/ 2383383 w 5325691"/>
              <a:gd name="connsiteY10" fmla="*/ 3501127 h 6370850"/>
              <a:gd name="connsiteX11" fmla="*/ 3871242 w 5325691"/>
              <a:gd name="connsiteY11" fmla="*/ 2013268 h 6370850"/>
              <a:gd name="connsiteX12" fmla="*/ 4245166 w 5325691"/>
              <a:gd name="connsiteY12" fmla="*/ 2387300 h 6370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25691" h="6370850">
                <a:moveTo>
                  <a:pt x="2662846" y="0"/>
                </a:moveTo>
                <a:cubicBezTo>
                  <a:pt x="1907261" y="660820"/>
                  <a:pt x="987274" y="1105382"/>
                  <a:pt x="0" y="1286750"/>
                </a:cubicBezTo>
                <a:lnTo>
                  <a:pt x="0" y="1799100"/>
                </a:lnTo>
                <a:cubicBezTo>
                  <a:pt x="0" y="3477948"/>
                  <a:pt x="993249" y="5179540"/>
                  <a:pt x="2662955" y="6370851"/>
                </a:cubicBezTo>
                <a:cubicBezTo>
                  <a:pt x="4332444" y="5179758"/>
                  <a:pt x="5325692" y="3478057"/>
                  <a:pt x="5325692" y="1799100"/>
                </a:cubicBezTo>
                <a:lnTo>
                  <a:pt x="5325692" y="1286750"/>
                </a:lnTo>
                <a:cubicBezTo>
                  <a:pt x="4338418" y="1105382"/>
                  <a:pt x="3418431" y="660820"/>
                  <a:pt x="2662846" y="0"/>
                </a:cubicBezTo>
                <a:close/>
                <a:moveTo>
                  <a:pt x="2383383" y="4249084"/>
                </a:moveTo>
                <a:lnTo>
                  <a:pt x="1282941" y="3148534"/>
                </a:lnTo>
                <a:lnTo>
                  <a:pt x="1656865" y="2774610"/>
                </a:lnTo>
                <a:lnTo>
                  <a:pt x="2383383" y="3501127"/>
                </a:lnTo>
                <a:lnTo>
                  <a:pt x="3871242" y="2013268"/>
                </a:lnTo>
                <a:lnTo>
                  <a:pt x="4245166" y="23873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08744" cap="flat">
            <a:noFill/>
            <a:prstDash val="solid"/>
            <a:miter/>
          </a:ln>
        </p:spPr>
        <p:txBody>
          <a:bodyPr rtlCol="0" anchor="ctr"/>
          <a:lstStyle/>
          <a:p>
            <a:endParaRPr lang="en-LC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F4BE2-DF85-4517-A83D-04D48864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050" y="12714510"/>
            <a:ext cx="15300564" cy="1875869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ROYALSTAR</a:t>
            </a:r>
            <a:endParaRPr lang="en-LC" sz="80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EEE2A-E0A4-4C61-96E8-DD65FE61B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0082" y="15958897"/>
            <a:ext cx="13500497" cy="1169941"/>
          </a:xfrm>
        </p:spPr>
        <p:txBody>
          <a:bodyPr/>
          <a:lstStyle/>
          <a:p>
            <a:r>
              <a:rPr lang="en-US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We raise stars for tomorrow</a:t>
            </a:r>
            <a:endParaRPr lang="en-LC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6524A3-69F9-438E-A6E3-0FB24178466A}"/>
              </a:ext>
            </a:extLst>
          </p:cNvPr>
          <p:cNvGrpSpPr/>
          <p:nvPr/>
        </p:nvGrpSpPr>
        <p:grpSpPr>
          <a:xfrm>
            <a:off x="10734615" y="5918843"/>
            <a:ext cx="4763737" cy="6278270"/>
            <a:chOff x="10734615" y="5918843"/>
            <a:chExt cx="4763737" cy="627827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BAF1C93-BED9-4F0C-B8F1-A7ACF25FB3EC}"/>
                </a:ext>
              </a:extLst>
            </p:cNvPr>
            <p:cNvSpPr/>
            <p:nvPr/>
          </p:nvSpPr>
          <p:spPr>
            <a:xfrm rot="9704328">
              <a:off x="12032130" y="5918843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B1FE7BC-79CF-4419-AE01-607B9EE809D9}"/>
                </a:ext>
              </a:extLst>
            </p:cNvPr>
            <p:cNvSpPr/>
            <p:nvPr/>
          </p:nvSpPr>
          <p:spPr>
            <a:xfrm rot="9704328">
              <a:off x="10734615" y="9820502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D8DD544-B3AA-4359-B141-5748C32EF241}"/>
              </a:ext>
            </a:extLst>
          </p:cNvPr>
          <p:cNvSpPr/>
          <p:nvPr/>
        </p:nvSpPr>
        <p:spPr>
          <a:xfrm>
            <a:off x="7086851" y="4127444"/>
            <a:ext cx="4001041" cy="4001041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3A76E16-2F22-4223-807D-AF23B4CBB98B}"/>
              </a:ext>
            </a:extLst>
          </p:cNvPr>
          <p:cNvSpPr txBox="1">
            <a:spLocks/>
          </p:cNvSpPr>
          <p:nvPr/>
        </p:nvSpPr>
        <p:spPr>
          <a:xfrm>
            <a:off x="1350049" y="13783068"/>
            <a:ext cx="15300564" cy="1875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8000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181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INTERNATIONAL ACADEMY</a:t>
            </a:r>
            <a:endParaRPr lang="en-LC" sz="72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C37BBCB-F85B-475B-90AE-36CFF7C30BCB}"/>
              </a:ext>
            </a:extLst>
          </p:cNvPr>
          <p:cNvSpPr/>
          <p:nvPr/>
        </p:nvSpPr>
        <p:spPr>
          <a:xfrm>
            <a:off x="7846621" y="5230307"/>
            <a:ext cx="2481500" cy="248150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C"/>
          </a:p>
        </p:txBody>
      </p:sp>
      <p:pic>
        <p:nvPicPr>
          <p:cNvPr id="7" name="Graphic 6" descr="Badge New with solid fill">
            <a:extLst>
              <a:ext uri="{FF2B5EF4-FFF2-40B4-BE49-F238E27FC236}">
                <a16:creationId xmlns:a16="http://schemas.microsoft.com/office/drawing/2014/main" id="{C61EAB19-1EE3-47D0-834B-3F777D28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1955" y="5156042"/>
            <a:ext cx="2630831" cy="2630831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0F3BC1E-3401-44BD-99E3-4212677D3C3B}"/>
              </a:ext>
            </a:extLst>
          </p:cNvPr>
          <p:cNvGrpSpPr/>
          <p:nvPr/>
        </p:nvGrpSpPr>
        <p:grpSpPr>
          <a:xfrm flipH="1">
            <a:off x="2551119" y="5882772"/>
            <a:ext cx="4780331" cy="6300139"/>
            <a:chOff x="1500355" y="6392567"/>
            <a:chExt cx="4763737" cy="627827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62E0F3-E94C-4127-A735-EED71001B7F6}"/>
                </a:ext>
              </a:extLst>
            </p:cNvPr>
            <p:cNvSpPr/>
            <p:nvPr/>
          </p:nvSpPr>
          <p:spPr>
            <a:xfrm rot="9704328">
              <a:off x="2797870" y="6392567"/>
              <a:ext cx="3466222" cy="4235446"/>
            </a:xfrm>
            <a:custGeom>
              <a:avLst/>
              <a:gdLst>
                <a:gd name="connsiteX0" fmla="*/ 3335614 w 3466222"/>
                <a:gd name="connsiteY0" fmla="*/ 767113 h 4235446"/>
                <a:gd name="connsiteX1" fmla="*/ 3461262 w 3466222"/>
                <a:gd name="connsiteY1" fmla="*/ 343879 h 4235446"/>
                <a:gd name="connsiteX2" fmla="*/ 3421584 w 3466222"/>
                <a:gd name="connsiteY2" fmla="*/ 205005 h 4235446"/>
                <a:gd name="connsiteX3" fmla="*/ 3183514 w 3466222"/>
                <a:gd name="connsiteY3" fmla="*/ 0 h 4235446"/>
                <a:gd name="connsiteX4" fmla="*/ 42317 w 3466222"/>
                <a:gd name="connsiteY4" fmla="*/ 2380697 h 4235446"/>
                <a:gd name="connsiteX5" fmla="*/ 174578 w 3466222"/>
                <a:gd name="connsiteY5" fmla="*/ 2645219 h 4235446"/>
                <a:gd name="connsiteX6" fmla="*/ 492004 w 3466222"/>
                <a:gd name="connsiteY6" fmla="*/ 2499732 h 4235446"/>
                <a:gd name="connsiteX7" fmla="*/ 624265 w 3466222"/>
                <a:gd name="connsiteY7" fmla="*/ 2678285 h 4235446"/>
                <a:gd name="connsiteX8" fmla="*/ 240708 w 3466222"/>
                <a:gd name="connsiteY8" fmla="*/ 3174263 h 4235446"/>
                <a:gd name="connsiteX9" fmla="*/ 406034 w 3466222"/>
                <a:gd name="connsiteY9" fmla="*/ 3438785 h 4235446"/>
                <a:gd name="connsiteX10" fmla="*/ 670556 w 3466222"/>
                <a:gd name="connsiteY10" fmla="*/ 3392494 h 4235446"/>
                <a:gd name="connsiteX11" fmla="*/ 868947 w 3466222"/>
                <a:gd name="connsiteY11" fmla="*/ 3445398 h 4235446"/>
                <a:gd name="connsiteX12" fmla="*/ 935078 w 3466222"/>
                <a:gd name="connsiteY12" fmla="*/ 3637176 h 4235446"/>
                <a:gd name="connsiteX13" fmla="*/ 829269 w 3466222"/>
                <a:gd name="connsiteY13" fmla="*/ 4086864 h 4235446"/>
                <a:gd name="connsiteX14" fmla="*/ 1093791 w 3466222"/>
                <a:gd name="connsiteY14" fmla="*/ 4152994 h 4235446"/>
                <a:gd name="connsiteX15" fmla="*/ 3348841 w 3466222"/>
                <a:gd name="connsiteY15" fmla="*/ 1071314 h 4235446"/>
                <a:gd name="connsiteX16" fmla="*/ 3335614 w 3466222"/>
                <a:gd name="connsiteY16" fmla="*/ 767113 h 423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6222" h="4235446">
                  <a:moveTo>
                    <a:pt x="3335614" y="767113"/>
                  </a:moveTo>
                  <a:lnTo>
                    <a:pt x="3461262" y="343879"/>
                  </a:lnTo>
                  <a:cubicBezTo>
                    <a:pt x="3474489" y="297587"/>
                    <a:pt x="3461262" y="244683"/>
                    <a:pt x="3421584" y="205005"/>
                  </a:cubicBezTo>
                  <a:lnTo>
                    <a:pt x="3183514" y="0"/>
                  </a:lnTo>
                  <a:cubicBezTo>
                    <a:pt x="1014435" y="859696"/>
                    <a:pt x="42317" y="2380697"/>
                    <a:pt x="42317" y="2380697"/>
                  </a:cubicBezTo>
                  <a:cubicBezTo>
                    <a:pt x="-50266" y="2512958"/>
                    <a:pt x="15864" y="2684897"/>
                    <a:pt x="174578" y="2645219"/>
                  </a:cubicBezTo>
                  <a:lnTo>
                    <a:pt x="492004" y="2499732"/>
                  </a:lnTo>
                  <a:cubicBezTo>
                    <a:pt x="650717" y="2460054"/>
                    <a:pt x="703621" y="2539411"/>
                    <a:pt x="624265" y="2678285"/>
                  </a:cubicBezTo>
                  <a:lnTo>
                    <a:pt x="240708" y="3174263"/>
                  </a:lnTo>
                  <a:cubicBezTo>
                    <a:pt x="154738" y="3313137"/>
                    <a:pt x="247321" y="3471850"/>
                    <a:pt x="406034" y="3438785"/>
                  </a:cubicBezTo>
                  <a:lnTo>
                    <a:pt x="670556" y="3392494"/>
                  </a:lnTo>
                  <a:cubicBezTo>
                    <a:pt x="743300" y="3372655"/>
                    <a:pt x="816043" y="3392494"/>
                    <a:pt x="868947" y="3445398"/>
                  </a:cubicBezTo>
                  <a:cubicBezTo>
                    <a:pt x="921852" y="3491690"/>
                    <a:pt x="948304" y="3564433"/>
                    <a:pt x="935078" y="3637176"/>
                  </a:cubicBezTo>
                  <a:lnTo>
                    <a:pt x="829269" y="4086864"/>
                  </a:lnTo>
                  <a:cubicBezTo>
                    <a:pt x="816043" y="4245577"/>
                    <a:pt x="1007822" y="4291868"/>
                    <a:pt x="1093791" y="4152994"/>
                  </a:cubicBezTo>
                  <a:cubicBezTo>
                    <a:pt x="1093791" y="4152994"/>
                    <a:pt x="2165105" y="1983914"/>
                    <a:pt x="3348841" y="1071314"/>
                  </a:cubicBezTo>
                  <a:cubicBezTo>
                    <a:pt x="3315775" y="972118"/>
                    <a:pt x="3309162" y="866309"/>
                    <a:pt x="3335614" y="767113"/>
                  </a:cubicBez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8FFE13D-E661-4FF5-8450-7F0EB01AC396}"/>
                </a:ext>
              </a:extLst>
            </p:cNvPr>
            <p:cNvSpPr/>
            <p:nvPr/>
          </p:nvSpPr>
          <p:spPr>
            <a:xfrm rot="9704328">
              <a:off x="1500355" y="10294226"/>
              <a:ext cx="2377576" cy="2376611"/>
            </a:xfrm>
            <a:custGeom>
              <a:avLst/>
              <a:gdLst>
                <a:gd name="connsiteX0" fmla="*/ 2319620 w 2377576"/>
                <a:gd name="connsiteY0" fmla="*/ 1044862 h 2376611"/>
                <a:gd name="connsiteX1" fmla="*/ 2365911 w 2377576"/>
                <a:gd name="connsiteY1" fmla="*/ 866309 h 2376611"/>
                <a:gd name="connsiteX2" fmla="*/ 2213811 w 2377576"/>
                <a:gd name="connsiteY2" fmla="*/ 760501 h 2376611"/>
                <a:gd name="connsiteX3" fmla="*/ 1671541 w 2377576"/>
                <a:gd name="connsiteY3" fmla="*/ 760501 h 2376611"/>
                <a:gd name="connsiteX4" fmla="*/ 1519441 w 2377576"/>
                <a:gd name="connsiteY4" fmla="*/ 648079 h 2376611"/>
                <a:gd name="connsiteX5" fmla="*/ 1340888 w 2377576"/>
                <a:gd name="connsiteY5" fmla="*/ 112422 h 2376611"/>
                <a:gd name="connsiteX6" fmla="*/ 1188788 w 2377576"/>
                <a:gd name="connsiteY6" fmla="*/ 0 h 2376611"/>
                <a:gd name="connsiteX7" fmla="*/ 1036688 w 2377576"/>
                <a:gd name="connsiteY7" fmla="*/ 112422 h 2376611"/>
                <a:gd name="connsiteX8" fmla="*/ 858136 w 2377576"/>
                <a:gd name="connsiteY8" fmla="*/ 648079 h 2376611"/>
                <a:gd name="connsiteX9" fmla="*/ 706036 w 2377576"/>
                <a:gd name="connsiteY9" fmla="*/ 760501 h 2376611"/>
                <a:gd name="connsiteX10" fmla="*/ 163766 w 2377576"/>
                <a:gd name="connsiteY10" fmla="*/ 760501 h 2376611"/>
                <a:gd name="connsiteX11" fmla="*/ 11666 w 2377576"/>
                <a:gd name="connsiteY11" fmla="*/ 866309 h 2376611"/>
                <a:gd name="connsiteX12" fmla="*/ 57957 w 2377576"/>
                <a:gd name="connsiteY12" fmla="*/ 1044862 h 2376611"/>
                <a:gd name="connsiteX13" fmla="*/ 249736 w 2377576"/>
                <a:gd name="connsiteY13" fmla="*/ 1216801 h 2376611"/>
                <a:gd name="connsiteX14" fmla="*/ 494418 w 2377576"/>
                <a:gd name="connsiteY14" fmla="*/ 1428418 h 2376611"/>
                <a:gd name="connsiteX15" fmla="*/ 547323 w 2377576"/>
                <a:gd name="connsiteY15" fmla="*/ 1507775 h 2376611"/>
                <a:gd name="connsiteX16" fmla="*/ 547323 w 2377576"/>
                <a:gd name="connsiteY16" fmla="*/ 1600358 h 2376611"/>
                <a:gd name="connsiteX17" fmla="*/ 368770 w 2377576"/>
                <a:gd name="connsiteY17" fmla="*/ 2162467 h 2376611"/>
                <a:gd name="connsiteX18" fmla="*/ 428288 w 2377576"/>
                <a:gd name="connsiteY18" fmla="*/ 2341019 h 2376611"/>
                <a:gd name="connsiteX19" fmla="*/ 620066 w 2377576"/>
                <a:gd name="connsiteY19" fmla="*/ 2347632 h 2376611"/>
                <a:gd name="connsiteX20" fmla="*/ 1096206 w 2377576"/>
                <a:gd name="connsiteY20" fmla="*/ 2010367 h 2376611"/>
                <a:gd name="connsiteX21" fmla="*/ 1281371 w 2377576"/>
                <a:gd name="connsiteY21" fmla="*/ 2010367 h 2376611"/>
                <a:gd name="connsiteX22" fmla="*/ 1757510 w 2377576"/>
                <a:gd name="connsiteY22" fmla="*/ 2347632 h 2376611"/>
                <a:gd name="connsiteX23" fmla="*/ 1949289 w 2377576"/>
                <a:gd name="connsiteY23" fmla="*/ 2341019 h 2376611"/>
                <a:gd name="connsiteX24" fmla="*/ 2008806 w 2377576"/>
                <a:gd name="connsiteY24" fmla="*/ 2162467 h 2376611"/>
                <a:gd name="connsiteX25" fmla="*/ 1843480 w 2377576"/>
                <a:gd name="connsiteY25" fmla="*/ 1600358 h 2376611"/>
                <a:gd name="connsiteX26" fmla="*/ 1889771 w 2377576"/>
                <a:gd name="connsiteY26" fmla="*/ 1428418 h 2376611"/>
                <a:gd name="connsiteX27" fmla="*/ 2319620 w 2377576"/>
                <a:gd name="connsiteY27" fmla="*/ 1044862 h 237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77576" h="2376611">
                  <a:moveTo>
                    <a:pt x="2319620" y="1044862"/>
                  </a:moveTo>
                  <a:cubicBezTo>
                    <a:pt x="2372524" y="998570"/>
                    <a:pt x="2392363" y="925827"/>
                    <a:pt x="2365911" y="866309"/>
                  </a:cubicBezTo>
                  <a:cubicBezTo>
                    <a:pt x="2339459" y="800179"/>
                    <a:pt x="2279941" y="760501"/>
                    <a:pt x="2213811" y="760501"/>
                  </a:cubicBezTo>
                  <a:lnTo>
                    <a:pt x="1671541" y="760501"/>
                  </a:lnTo>
                  <a:cubicBezTo>
                    <a:pt x="1598797" y="760501"/>
                    <a:pt x="1539280" y="714209"/>
                    <a:pt x="1519441" y="648079"/>
                  </a:cubicBezTo>
                  <a:lnTo>
                    <a:pt x="1340888" y="112422"/>
                  </a:lnTo>
                  <a:cubicBezTo>
                    <a:pt x="1321049" y="46291"/>
                    <a:pt x="1254919" y="0"/>
                    <a:pt x="1188788" y="0"/>
                  </a:cubicBezTo>
                  <a:cubicBezTo>
                    <a:pt x="1116045" y="0"/>
                    <a:pt x="1056527" y="46291"/>
                    <a:pt x="1036688" y="112422"/>
                  </a:cubicBezTo>
                  <a:lnTo>
                    <a:pt x="858136" y="648079"/>
                  </a:lnTo>
                  <a:cubicBezTo>
                    <a:pt x="838297" y="714209"/>
                    <a:pt x="772166" y="760501"/>
                    <a:pt x="706036" y="760501"/>
                  </a:cubicBezTo>
                  <a:lnTo>
                    <a:pt x="163766" y="760501"/>
                  </a:lnTo>
                  <a:cubicBezTo>
                    <a:pt x="97635" y="760501"/>
                    <a:pt x="38118" y="806792"/>
                    <a:pt x="11666" y="866309"/>
                  </a:cubicBezTo>
                  <a:cubicBezTo>
                    <a:pt x="-14786" y="932440"/>
                    <a:pt x="5053" y="1005183"/>
                    <a:pt x="57957" y="1044862"/>
                  </a:cubicBezTo>
                  <a:lnTo>
                    <a:pt x="249736" y="1216801"/>
                  </a:lnTo>
                  <a:lnTo>
                    <a:pt x="494418" y="1428418"/>
                  </a:lnTo>
                  <a:cubicBezTo>
                    <a:pt x="520870" y="1448258"/>
                    <a:pt x="534097" y="1474710"/>
                    <a:pt x="547323" y="1507775"/>
                  </a:cubicBezTo>
                  <a:cubicBezTo>
                    <a:pt x="553936" y="1540840"/>
                    <a:pt x="553936" y="1567292"/>
                    <a:pt x="547323" y="1600358"/>
                  </a:cubicBezTo>
                  <a:lnTo>
                    <a:pt x="368770" y="2162467"/>
                  </a:lnTo>
                  <a:cubicBezTo>
                    <a:pt x="348931" y="2228597"/>
                    <a:pt x="368770" y="2301341"/>
                    <a:pt x="428288" y="2341019"/>
                  </a:cubicBezTo>
                  <a:cubicBezTo>
                    <a:pt x="481192" y="2380697"/>
                    <a:pt x="560549" y="2380697"/>
                    <a:pt x="620066" y="2347632"/>
                  </a:cubicBezTo>
                  <a:lnTo>
                    <a:pt x="1096206" y="2010367"/>
                  </a:lnTo>
                  <a:cubicBezTo>
                    <a:pt x="1149110" y="1970688"/>
                    <a:pt x="1228467" y="1970688"/>
                    <a:pt x="1281371" y="2010367"/>
                  </a:cubicBezTo>
                  <a:lnTo>
                    <a:pt x="1757510" y="2347632"/>
                  </a:lnTo>
                  <a:cubicBezTo>
                    <a:pt x="1817028" y="2387310"/>
                    <a:pt x="1889771" y="2387310"/>
                    <a:pt x="1949289" y="2341019"/>
                  </a:cubicBezTo>
                  <a:cubicBezTo>
                    <a:pt x="2002193" y="2301341"/>
                    <a:pt x="2028645" y="2228597"/>
                    <a:pt x="2008806" y="2162467"/>
                  </a:cubicBezTo>
                  <a:lnTo>
                    <a:pt x="1843480" y="1600358"/>
                  </a:lnTo>
                  <a:cubicBezTo>
                    <a:pt x="1823641" y="1540840"/>
                    <a:pt x="1843480" y="1468097"/>
                    <a:pt x="1889771" y="1428418"/>
                  </a:cubicBezTo>
                  <a:lnTo>
                    <a:pt x="2319620" y="1044862"/>
                  </a:lnTo>
                  <a:close/>
                </a:path>
              </a:pathLst>
            </a:custGeom>
            <a:grpFill/>
            <a:ln w="660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C"/>
            </a:p>
          </p:txBody>
        </p:sp>
      </p:grpSp>
    </p:spTree>
    <p:extLst>
      <p:ext uri="{BB962C8B-B14F-4D97-AF65-F5344CB8AC3E}">
        <p14:creationId xmlns:p14="http://schemas.microsoft.com/office/powerpoint/2010/main" val="283894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4BE2-DF85-4517-A83D-04D48864E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LC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EEE2A-E0A4-4C61-96E8-DD65FE61BE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LC"/>
          </a:p>
        </p:txBody>
      </p:sp>
    </p:spTree>
    <p:extLst>
      <p:ext uri="{BB962C8B-B14F-4D97-AF65-F5344CB8AC3E}">
        <p14:creationId xmlns:p14="http://schemas.microsoft.com/office/powerpoint/2010/main" val="2057699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929</TotalTime>
  <Words>16</Words>
  <Application>Microsoft Office PowerPoint</Application>
  <PresentationFormat>Custom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Adobe Devanagari</vt:lpstr>
      <vt:lpstr>Arial</vt:lpstr>
      <vt:lpstr>Calibri</vt:lpstr>
      <vt:lpstr>Calibri Light</vt:lpstr>
      <vt:lpstr>Office Theme</vt:lpstr>
      <vt:lpstr>PowerPoint Presentation</vt:lpstr>
      <vt:lpstr>ROYALSTAR</vt:lpstr>
      <vt:lpstr>PowerPoint Presentation</vt:lpstr>
      <vt:lpstr>ROYALSTAR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</dc:creator>
  <cp:lastModifiedBy>Daniel</cp:lastModifiedBy>
  <cp:revision>43</cp:revision>
  <dcterms:created xsi:type="dcterms:W3CDTF">2021-12-14T18:53:07Z</dcterms:created>
  <dcterms:modified xsi:type="dcterms:W3CDTF">2021-12-15T10:24:39Z</dcterms:modified>
</cp:coreProperties>
</file>